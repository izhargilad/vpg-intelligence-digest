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18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VPG MARKET INTELLIGENCE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V2.1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Weekly Digest to Strategic Intelligence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information delivery to intelligence capture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918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291840" cy="50292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— WEEKLY DIGEST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Email-based delivery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signals to inbox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+ Web scraping sources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3-source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cards per signal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once, gone from memory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606040"/>
            <a:ext cx="822960" cy="411480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651760"/>
            <a:ext cx="3200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1371600"/>
            <a:ext cx="32918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303520" y="1371600"/>
            <a:ext cx="329184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 — INTELLIGENCE PLATFORM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signal database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× Industry architecture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Reddit + Google Trends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Self-expanding keywords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 + export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in value weekly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V2.1 ADDS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capabilities that transform how VPG competes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16002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Database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stored, tagged, searchable. Intelligence compounds over 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234440"/>
            <a:ext cx="2560320" cy="16002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56032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630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× Industry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taxonomy. Consistent with CRM, HubSpot, and sales tools.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234440"/>
            <a:ext cx="2560320" cy="16002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26480" y="1234440"/>
            <a:ext cx="2560320" cy="5486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630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Monitoring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 engineer discussions. Competitor complaints. Buying signals.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063240"/>
            <a:ext cx="2560320" cy="16002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48640" y="306324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918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Trends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demand sensing. Validate market signals with real data.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37560" y="3063240"/>
            <a:ext cx="2560320" cy="16002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337560" y="3063240"/>
            <a:ext cx="2560320" cy="54864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918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Keywords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747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Auto-discovers new terms from 3+ sources. Intelligence net widens itself.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3063240"/>
            <a:ext cx="2560320" cy="16002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126480" y="3063240"/>
            <a:ext cx="25603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918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&amp; PPT Export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6364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to boardroom in 5 min. Presentation-ready, VPG-branded.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 × INDUSTRY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signal, trend, and action is organized by these two dimensions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0449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Aero &amp;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Robotics &amp;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Metals &amp;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conductor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Logistics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 Sensors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Foil Resistors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Micro-Measurements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 Weighing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BLH Nobel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Gleeble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Pacific Instruments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7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Industry Taxonomy — consistent across Salesforce, HubSpot, and Intelligence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SIGNAL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657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Monitoring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subreddits monitored</a:t>
            </a:r>
            <a:endParaRPr lang="en-US" sz="11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r/robotics • r/AskEngineers • r/PLC</a:t>
            </a:r>
            <a:endParaRPr lang="en-US" sz="11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r/aerospace • r/metallurgy • r/manufacturing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filters out 80%+ noise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per post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complaints → sales leads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$0 (free API tier)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840480" cy="365760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Trends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83480" y="17830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keywords tracked per BU</a:t>
            </a:r>
            <a:endParaRPr lang="en-US" sz="11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"load cell" • "strain gage" • "torque sensor"</a:t>
            </a:r>
            <a:endParaRPr lang="en-US" sz="11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brand monitoring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sensing before sales see 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query detection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hotspot identification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$0 (pytrends / API alpha)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SELF-EXPANDING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learns and widens its net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143000"/>
            <a:ext cx="64008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81284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 entities from every signal: companies, products, technologies, geographies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64008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181284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frequency across all sources. When entity appears in 3+ independent sources...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1143000"/>
            <a:ext cx="64008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9496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181284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Auto-classifies type, assigns BU and Industry tags using context from source signals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325880"/>
            <a:ext cx="1920240" cy="210312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43800" y="1143000"/>
            <a:ext cx="64008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438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95160" y="181284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011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added to active tracking. Future collections include it automatically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73152" cy="1097280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344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34440" y="4206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"Saronic Technologies" appears in 3 separate sources discussing autonomous naval vessels + sensor needs. System auto-adds it as: Type = Prospect, BU = Force Sensors + DTS, Industry = Aerospace &amp; Defense. Next week's scan now actively monitors for Saronic.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VPG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   Feed     Trends     Keywords     Config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576072"/>
            <a:ext cx="1645920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576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BU: Force Sensors  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576072"/>
            <a:ext cx="1645920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576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Industry: All  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576072"/>
            <a:ext cx="1463040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576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Month  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576072"/>
            <a:ext cx="914400" cy="2926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576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01000" y="576072"/>
            <a:ext cx="914400" cy="292608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01000" y="576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097280"/>
            <a:ext cx="1572768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SIGNALS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760" y="1298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8872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29968" y="1097280"/>
            <a:ext cx="1572768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21408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21408" y="1298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944368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85616" y="1097280"/>
            <a:ext cx="1572768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OPPS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77056" y="1298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700016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41264" y="1097280"/>
            <a:ext cx="1572768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32704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COMP. THREATS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632704" y="1298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55664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912" y="1097280"/>
            <a:ext cx="1572768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88352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388352" y="1298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211312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011680"/>
            <a:ext cx="530352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SIGNALS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331720"/>
            <a:ext cx="5303520" cy="347472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2331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" y="2331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⚠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012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Kistler launches new crash test sensor 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2331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2679192"/>
            <a:ext cx="5303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040" y="2679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" y="26791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💰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0120" y="2679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 expands to 3rd manufacturing facility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2679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026664"/>
            <a:ext cx="5303520" cy="347472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30266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" y="302666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🎯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announces stricter vehicle weight regulations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0" y="3026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3374136"/>
            <a:ext cx="5303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" y="33741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" y="337413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🚀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60120" y="3374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Reddit: Engineers seeking load cell alternatives to HBK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0" y="3374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3721608"/>
            <a:ext cx="5303520" cy="347472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3721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5800" y="37216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🤝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60120" y="3721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Caterpillar posts RFP for onboard weighing systems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0" y="37216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0720" y="2011680"/>
            <a:ext cx="3154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521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PULSE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943600" y="2377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Kistler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315200" y="2377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signals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2377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94360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HBK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15200" y="2651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signals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321040" y="26517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9436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Zemic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315200" y="2926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signals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321040" y="2926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94360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 Electronics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315200" y="3200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signals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321040" y="3200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760720" y="3593104"/>
            <a:ext cx="31546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760720" y="3593104"/>
            <a:ext cx="54864" cy="1188720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943600" y="3638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943600" y="3913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Robotics signals up 73% — 3 week trend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943600" y="4160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Kistler making coordinated push into crash test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943600" y="4406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Boeing facility: cross-BU opportunity (3 BUs)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MOCKUP — BU Executive 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MINUTES: LOGIN TO BOARDROOM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BU head prepares for a quarterly 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3152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86968" y="1645920"/>
            <a:ext cx="54864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BU: KELK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loads all KELK intelligence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73152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" y="2240280"/>
            <a:ext cx="54864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448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Metals &amp; Mining + Last Quarter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084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signals, 12 high-priority actions appear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73152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" y="2834640"/>
            <a:ext cx="54864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competitor alert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679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Danieli in 8 signals — coordinated strategy detected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73152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063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" y="3429000"/>
            <a:ext cx="54864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544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Google Trends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3273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"laser thickness measurement" up 34% in India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73152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968" y="4023360"/>
            <a:ext cx="54864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544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Export to PowerPoint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54480" y="3867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deck with summary, signals, charts, actions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73152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PPTX to leadership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54480" y="4462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into quarterly review with data-backed insights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0" y="1234440"/>
            <a:ext cx="3291840" cy="32918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778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7784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r>
              <a:rPr lang="en-US" sz="1400" dirty="0">
                <a:solidFill>
                  <a:srgbClr val="94A3B8"/>
                </a:solidFill>
              </a:rPr>
              <a:t> signals analyzed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557784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r>
              <a:rPr lang="en-US" sz="1400" dirty="0">
                <a:solidFill>
                  <a:srgbClr val="94A3B8"/>
                </a:solidFill>
              </a:rPr>
              <a:t> priority actions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557784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1400" dirty="0">
                <a:solidFill>
                  <a:srgbClr val="94A3B8"/>
                </a:solidFill>
              </a:rPr>
              <a:t> competitor alert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55778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Ready-to-present in 5 minutes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&amp; TIMELINE - TBD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4114800" cy="2164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(Claude Code)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(7 weeks)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 API (Claude Sonnet)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~$50-100/mo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Trends (pytrends)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 (VPS)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~$20-50/mo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ONGOING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$70-150/mo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4114800" cy="6400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3337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alternatives (Crayon, Klue, Contify) cost $2,000-10,000+/month and aren't customized for VPG's specific BU structure.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PHASES - TBD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20640" y="1463040"/>
            <a:ext cx="4572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20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7"/>
          <p:cNvSpPr/>
          <p:nvPr/>
        </p:nvSpPr>
        <p:spPr>
          <a:xfrm>
            <a:off x="57150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Architecture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15000" y="1709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21808" y="1920240"/>
            <a:ext cx="54864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20640" y="2240280"/>
            <a:ext cx="457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20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&amp; Google Trends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21808" y="2697480"/>
            <a:ext cx="54864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150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Export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1500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21808" y="3474720"/>
            <a:ext cx="54864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20640" y="3794760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120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7150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1500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6-7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V2.1 development to transform our weekly digest into a persistent market intelligence platform that gives every BU head on-demand, data-driven competitive insights.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468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every signal in a structured, searchable database that compounds in value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intelligence with Reddit and Google Trends at zero additional cost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840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BU heads to generate board-ready reports in under 5 minutes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4297680"/>
            <a:ext cx="7772400" cy="54864"/>
          </a:xfrm>
          <a:prstGeom prst="rect">
            <a:avLst/>
          </a:prstGeom>
          <a:solidFill>
            <a:srgbClr val="E8792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7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a competitor spots an opportunity, VPG's team has already made the call.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PresentationFormat>On-screen Show (16:9)</PresentationFormat>
  <Paragraphs>250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VPG Market Intelligence Platform V2.1</dc:title>
  <dc:subject>PptxGenJS Presentation</dc:subject>
  <dc:creator>VPG Strategic Initiatives</dc:creator>
  <cp:lastModifiedBy>Gilad, Izhar</cp:lastModifiedBy>
  <cp:revision>4</cp:revision>
  <dcterms:created xsi:type="dcterms:W3CDTF">2026-03-03T13:53:11Z</dcterms:created>
  <dcterms:modified xsi:type="dcterms:W3CDTF">2026-03-03T16:53:41Z</dcterms:modified>
</cp:coreProperties>
</file>